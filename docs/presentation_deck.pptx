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Counterfeit Currency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Agent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computer-vision + rule-based system for screening Indian currency notes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4160520"/>
            <a:ext cx="4206240" cy="45720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for Digital Public Safety — Counterfeit Currency Identification Agent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·  Trained ONNX classifier  ·  Explainable decision engine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is a persistent, growing threat. RBI's own Annual Report data shows detections rising sharply year over year — and high-quality fakes are increasingly hard to catch through manual inspection alone at bank counters and retail points of sale.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legal way to obtain a labeled dataset of real counterfeit notes for training — so any credible system has to work within that constraint, not pretend it doesn't exist.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234440"/>
            <a:ext cx="4709160" cy="4206240"/>
          </a:xfrm>
          <a:prstGeom prst="roundRect">
            <a:avLst>
              <a:gd name="adj" fmla="val 173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FICN detected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69480" y="1828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1,17,722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26948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FY 2024-25 — up from 85,711 the year before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69480" y="3291840"/>
            <a:ext cx="3977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FICN pieces detected (all denominations)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480" y="3749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2,17,396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269480" y="4892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RBI Annual Report, FY 2024-25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Submission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brief lists five illustrative example builds under the broader Digital Public Safety theme. This submission targets one of them directly, end to end: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 Detection &amp; Alerting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620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Identification 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01000" y="28620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this submission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75304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7530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Network Graph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88536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8853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Crime Pattern Intelligence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01768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0176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Fraud Shield (Multi-channel)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3E0"/>
          </a:solidFill>
          <a:ln w="12700">
            <a:solidFill>
              <a:srgbClr val="DD6B20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007608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58521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B3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focus areas for scam detection, fraud networks, and legal-admissibility packages belong to the other four illustrative tracks and are out of scope for this submission.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3" name="Image 0" descr="/mnt/user-data/outpu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114300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Learned vs. Rule-Based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precise about this distinction is central to the design of this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91440" cy="62179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 classification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0" y="150876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— MobileNetV2 exported to ONNX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91440" cy="62179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8541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boundary / alignment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185416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(OpenCV contour); trained segmenter built, not yet trained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91440" cy="621792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6207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/ numeral / text extraction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2862072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OCR (EasyOCR / Tesseract)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91440" cy="62179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387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consistency checks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53872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 on top of OCR output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91440" cy="62179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1538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&amp; security thread scoring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0" y="4215384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image-quality proxies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91440" cy="62179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920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weighted sum + hard override rule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68696"/>
            <a:ext cx="91440" cy="62179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5686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/ IR verification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0" y="5568696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— no data, no hardware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Design Choice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2801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“counterfeit detection” demos quietly assume a labeled fake-note dataset exists. It doesn't — not at scale, not publicly, for Indian currency across denominations.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10698480" cy="1600200"/>
          </a:xfrm>
          <a:prstGeom prst="roundRect">
            <a:avLst>
              <a:gd name="adj" fmla="val 4571"/>
            </a:avLst>
          </a:prstGeom>
          <a:solidFill>
            <a:srgbClr val="24345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377440"/>
            <a:ext cx="10058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learning what a forged note looks like, the system checks whether a note's own printed details agree with each other — denomination number, serial format, legal text, print quality, thread continuity.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“AI Agent” in this?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evidence autonomously from five independent signals, without a human choosing which checks to run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that evidence with explicit logic — a weighted combination plus a hard override rule for a strong specific signal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decision and a plain-language justification for it, not just a number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honestly a rule-based reasoning agent, not an LLM-based one — stated plainly rather than dressed up.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Training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1887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currency-detection export (7 INR denominations)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2996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Cross-split near-duplicate audit (perceptual hashing) — leaked duplicates found &amp; removed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16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87121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reference photos merged in for ₹500 / ₹2000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411480" cy="411480"/>
          </a:xfrm>
          <a:prstGeom prst="ellipse">
            <a:avLst/>
          </a:prstGeom>
          <a:solidFill>
            <a:srgbClr val="3182C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712464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 → ONNX export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040880" y="123444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1737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18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96.6%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7040880" y="297180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3154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accuracy (never touched during training)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6092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5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88.5%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7040880" y="470916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3E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47091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B3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this way deliberately: test accuracy is lower than validation, and that gap is shown rather than hidden.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signals combine into one score. Every number comes with a plain-English reason.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signals (sum to 100%)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clarity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1208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 check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212080" y="2606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thread check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3063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520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Numeral consistency*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3520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1208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434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Denomination confidence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12080" y="4434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Promise-clause detection*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4892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394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*only active for denominations whose ROI template defines these checks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146304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1A2744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37360"/>
            <a:ext cx="548640" cy="5486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58200" y="1737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Override Rule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72400" y="24688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OCR'd printed denomination number does not match the classified denomination, the verdict is forced to “suspicious” — regardless of how high every other score is.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7772400" y="4251960"/>
            <a:ext cx="3520440" cy="0"/>
          </a:xfrm>
          <a:prstGeom prst="line">
            <a:avLst/>
          </a:prstGeom>
          <a:noFill/>
          <a:ln w="12700">
            <a:solidFill>
              <a:srgbClr val="4A5A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0" y="4434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deliberate: a confirmed numeral mismatch is a specific, strong signal that should not be averaged away by unrelated high scores elsewhere.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5120640"/>
          </a:xfrm>
          <a:prstGeom prst="roundRect">
            <a:avLst>
              <a:gd name="adj" fmla="val 1429"/>
            </a:avLst>
          </a:prstGeom>
          <a:solidFill>
            <a:srgbClr val="F7FAFC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05840" y="32004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 upload screen + analyzed result with verdict, scores, and annotated ROI boxes 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http://localhost:8000/ui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Judging Criteria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188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consistency screening as a deliberate, honest alternative to a fake-note classifier that has no data to train 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a quantified, growing problem (RBI FICN data); deployable at teller counters and POS terminals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291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ONNX classifier, pluggable backend architecture, dataset-leakage audit, 76-test automated suite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4343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4343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API, pluggable ML backends (TFLite path exists), config-driven ROI system extends to new note designs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94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26080" y="5394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5394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UI, verdicts explained in plain English rather than a bare number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directly, not discovered by a judge asking a hard question.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legal-grade or certified currency authentication claim is made anywhere in this system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/ IR verification is not implemented — no UV imagery in any available dataset, no UV-capable capture hardware used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18211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08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coordinates are manually calibrated per denomination against reference photos, not learned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95935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86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Microprint and security-thread checks are image-quality heuristics, not trained authenticity models — no labeled data exists to train them 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736592"/>
            <a:ext cx="128016" cy="128016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663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Note-boundary segmentation model is built but not yet trained; the heuristic contour detector is the active fallback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note-boundary segmenter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already built — needs a training run on the existing polygon-annotated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883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mobile inference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0815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the existing TFLite backend template for offline field 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8561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953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Currency-specific OCR fine-tuning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2885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general-purpose EasyOCR/Tesseract with a model trained on actual note fonts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9262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023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microprint / thread scoring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495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a labeled genuine/counterfeit dataset that does not currently exist — not a near-term item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Currency Identification Agent — 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2026-07-21T01:04:33Z</dcterms:created>
  <dcterms:modified xsi:type="dcterms:W3CDTF">2026-07-21T01:04:33Z</dcterms:modified>
</cp:coreProperties>
</file>